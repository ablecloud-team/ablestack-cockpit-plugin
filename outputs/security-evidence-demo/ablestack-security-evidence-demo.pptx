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18cfda86d43d4" /><Relationship Type="http://schemas.openxmlformats.org/officeDocument/2006/relationships/extended-properties" Target="/docProps/app.xml" Id="R96d737f2d48b4371" /><Relationship Type="http://schemas.openxmlformats.org/officeDocument/2006/relationships/officeDocument" Target="/ppt/presentation.xml" Id="R0f551962d04a49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42d787de84876"/>
  </p:sldMasterIdLst>
  <p:notesMasterIdLst>
    <p:notesMasterId xmlns:r="http://schemas.openxmlformats.org/officeDocument/2006/relationships" r:id="R397ef430f68e42ec"/>
  </p:notesMasterIdLst>
  <p:sldIdLst>
    <p:sldId xmlns:r="http://schemas.openxmlformats.org/officeDocument/2006/relationships" id="256" r:id="R864689a0bd8f48f0"/>
    <p:sldId xmlns:r="http://schemas.openxmlformats.org/officeDocument/2006/relationships" id="257" r:id="R3b1acec0d78741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ba5ee746746fa" /><Relationship Type="http://schemas.openxmlformats.org/officeDocument/2006/relationships/slideMaster" Target="/ppt/slideMasters/slideMaster1.xml" Id="R19842d787de84876" /><Relationship Type="http://schemas.openxmlformats.org/officeDocument/2006/relationships/notesMaster" Target="/ppt/notesMasters/notesMaster1.xml" Id="R397ef430f68e42ec" /><Relationship Type="http://schemas.openxmlformats.org/officeDocument/2006/relationships/presProps" Target="/ppt/presProps.xml" Id="R70162a325904427c" /><Relationship Type="http://schemas.openxmlformats.org/officeDocument/2006/relationships/tableStyles" Target="/ppt/tableStyles.xml" Id="Rb51cee9419bc47c5" /><Relationship Type="http://schemas.openxmlformats.org/officeDocument/2006/relationships/slide" Target="/ppt/slides/slide1.xml" Id="R864689a0bd8f48f0" /><Relationship Type="http://schemas.openxmlformats.org/officeDocument/2006/relationships/slide" Target="/ppt/slides/slide2.xml" Id="R3b1acec0d787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06b54204b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08c5720f942fc" /><Relationship Type="http://schemas.openxmlformats.org/officeDocument/2006/relationships/notesMaster" Target="/ppt/notesMasters/notesMaster1.xml" Id="R929c926860fa44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7f5258abe640fe" /><Relationship Type="http://schemas.openxmlformats.org/officeDocument/2006/relationships/notesMaster" Target="/ppt/notesMasters/notesMaster1.xml" Id="R93eb13f47a4f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0c0001ef944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bca73f13b8490f" /><Relationship Type="http://schemas.openxmlformats.org/officeDocument/2006/relationships/slideLayout" Target="/ppt/slideLayouts/slideLayout1.xml" Id="Rbced810cce2849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d810cce2849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623cbb9e42e6" /><Relationship Type="http://schemas.openxmlformats.org/officeDocument/2006/relationships/notesSlide" Target="/ppt/notesSlides/notesSlide1.xml" Id="R025956c3a56d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33ecae8d34905" /><Relationship Type="http://schemas.openxmlformats.org/officeDocument/2006/relationships/image" Target="/ppt/media/image.png" Id="R389946f19c64420e" /><Relationship Type="http://schemas.openxmlformats.org/officeDocument/2006/relationships/notesSlide" Target="/ppt/notesSlides/notesSlide2.xml" Id="R56f703ceaa9c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B03D0-4FAB-446C-B77F-00383319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B8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91C8E-0719-4BE0-93C3-EE3A418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ABLESTACK 보안 취약점 증적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8BF27-FD72-4214-AFBD-1D2D3276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호스트·항목 코드·실행 명령·원문 출력을 하나의 보고서로 자동 생성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B6E22-7898-46D8-AFCC-7EF9A00F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56A00"/>
                </a:solidFill>
              </a:defRPr>
            </a:pPr>
            <a:r>
              <a:rPr sz="1800" b="1">
                <a:solidFill>
                  <a:srgbClr val="E56A00"/>
                </a:solidFill>
              </a:rPr>
              <a:t>호스트 1대 · 증적 항목 1건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76E9-4CB8-4029-AE09-F81A75E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2026-07-23T14:02:49+09:00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30D96-A27F-4CA9-85CF-3BE91F94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근거: ABLESTACK 보안취약점 가이드 v1.3 / KISA 2026</a:t>
            </a:r>
          </a:p>
        </p:txBody>
      </p:sp>
    </p:spTree>
    <p:extLst>
      <p:ext uri="{BB962C8B-B14F-4D97-AF65-F5344CB8AC3E}">
        <p14:creationId xmlns:p14="http://schemas.microsoft.com/office/powerpoint/2010/main" val="2122599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AEA20-9BE2-402F-BA75-7CD8EB9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B8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1FDAF-113B-4C7E-A3D6-8C5064BC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U-64 주기적 보안 패치 및 벤더 권고사항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55763-2984-4854-B44B-A81FD6CB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ablecube1 · 2026-07-23T14:02:49+09:00 · 1/1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AB576-5219-4F6F-AB27-4144EC5E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001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양호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946f19c64420e"/>
          <a:stretch xmlns:a="http://schemas.openxmlformats.org/drawingml/2006/main"/>
        </p:blipFill>
        <p:spPr>
          <a:xfrm xmlns:a="http://schemas.openxmlformats.org/drawingml/2006/main">
            <a:off x="1778000" y="1562100"/>
            <a:ext cx="86360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65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2026-07-23T05:18:55.0390000Z</dcterms:created>
  <dcterms:modified xsi:type="dcterms:W3CDTF">2026-07-23T05:18:55.0390000Z</dcterms:modified>
</coreProperties>
</file>